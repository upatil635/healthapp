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0"/>
            <a:ext cx="3200400" cy="320040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💊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Schedule Reminder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VS Code Extension Built to Keep Developers Healthy &amp; Productive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10972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Built by: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Umesh Bhagvanpatil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Platform: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 Code Extension (.vsix)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Language: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TypeScript + VS Code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Confidential – Internal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926080" cy="506577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228600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0" y="22860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0128" y="2743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0" y="2743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Business Case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1430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1143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Benefits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200400" y="1965960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96596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20116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40480" y="2011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Solution Demo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200400" y="2834640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283464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28803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840480" y="28803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Next Steps to Prod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200400" y="3703320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70332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37490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840480" y="37490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Lessons Learned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Business Case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Why are we doing this?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</a:rPr>
              <a:t>⚠️  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</a:rPr>
              <a:t>Developers spend 6–10 hours daily in VS Code with zero built-in health reminders, leading to burnout, poor posture, and missed meetings.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260604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103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😓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</a:rPr>
              <a:t>73%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298094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developers report eye strain from long coding sessions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057400"/>
            <a:ext cx="260604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2103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91840" y="25420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</a:rPr>
              <a:t>40%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83280" y="298094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productivity loss due to missed breaks &amp; poor hydration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057400"/>
            <a:ext cx="260604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2103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26480" y="25420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</a:rPr>
              <a:t>3x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17920" y="298094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more missed meetings without proactive schedule alerts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70332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💡  Opportunity: Build a lightweight VS Code extension that automatically reminds developers to take care of their health &amp; schedule — right inside their coding environment.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Health &amp; Schedule Reminder  |  Business Case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02  Benefits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What value does this extension deliver?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26517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☕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Tea &amp; Water Breaks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Automatic reminders every 30–60 min to step away and hydrate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78992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78992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7043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🧘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16733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Stretch &amp; Eye Rest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99339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Prevents RSI and eye strain with 20-20-20 rule reminders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078992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78992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17043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16733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Smart Meeting Alerts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199339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5-min pre-alerts + music alarm so no meeting is ever missed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862072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62072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535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57200" y="34564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Fully Customizable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77647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Set your own intervals, day start time &amp; snooze duration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862072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862072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9535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291840" y="34564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Globally Persistent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377647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Settings &amp; meetings saved across all projects and windows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862072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862072"/>
            <a:ext cx="26517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29535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🔔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126480" y="34564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Non-Intrusive UX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26480" y="377647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Sidebar panel like Veracode — always visible, never blocking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Health &amp; Schedule Reminder  |  Benefits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03  Solution Demo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How the extension looks and works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56032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5603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💊 Health Reminder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164592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17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🟢 ACTIVE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783080"/>
            <a:ext cx="10515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80136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" y="203911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60m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2203704"/>
            <a:ext cx="1051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572768" y="1783080"/>
            <a:ext cx="10515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72768" y="180136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72768" y="203911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30m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72768" y="2203704"/>
            <a:ext cx="1051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Water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8912" y="2441448"/>
            <a:ext cx="10515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45973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8912" y="2697480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90m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2862072"/>
            <a:ext cx="1051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Stretch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572768" y="2441448"/>
            <a:ext cx="10515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72768" y="245973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👁️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72768" y="2697480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20m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72768" y="2862072"/>
            <a:ext cx="1051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Eye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1480" y="31272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📅 Today's Meetings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8912" y="3401568"/>
            <a:ext cx="24231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📅 Sprint Standup   09:30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8912" y="3803904"/>
            <a:ext cx="24231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8313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📅 AWS Demo   18:00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46120" y="1051560"/>
            <a:ext cx="5486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105156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10972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840480" y="1097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Popup Alarm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840480" y="1371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Music melody plays, 30s auto-close, snooze brings it back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46120" y="1874520"/>
            <a:ext cx="5486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46120" y="187452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19202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84048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Custom Settings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840480" y="2194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Set tea/water/stretch/eye intervals &amp; day start time from sidebar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46120" y="2697480"/>
            <a:ext cx="5486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46120" y="269748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27432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😴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840480" y="2743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Global Snooze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840480" y="3017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Snooze persists across window restarts — reminder always returns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46120" y="3520440"/>
            <a:ext cx="5486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46120" y="352044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37560" y="35661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3840480" y="3566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Data Persistence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840480" y="3840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Meetings &amp; settings saved globally across all VS Code projects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Health &amp; Schedule Reminder  |  Demo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04  Next Steps to Production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Roadmap to make this enterprise-ready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06424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43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Team Beta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764792"/>
            <a:ext cx="137160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647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⏱ Now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1214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Share VSIX with team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054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Collect feedback via form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88950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Fix bugs reported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105156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1106424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14600" y="1143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Phase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Harden &amp; Polish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88920" y="1764792"/>
            <a:ext cx="137160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17647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⏱ 2 Weeks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21214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Add notification center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06040" y="25054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Add settings UI page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288950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Write unit tests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051560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106424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1143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Phase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Publish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1764792"/>
            <a:ext cx="137160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7647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⏱ 1 Month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21214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Publish to VS Code Marketplace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25054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Add README &amp; docs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288950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Version tagging on GitHub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12280" y="1051560"/>
            <a:ext cx="19202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12280" y="1106424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12280" y="1143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Phase 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1228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Enterprise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086600" y="1764792"/>
            <a:ext cx="137160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86600" y="17647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⏱ Q2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03720" y="21214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Team-wide config via JSON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03720" y="25054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Calendar integration (Google/Outlook)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03720" y="288950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Analytics dashboard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0" y="2697480"/>
            <a:ext cx="228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4840" y="2697480"/>
            <a:ext cx="228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3680" y="2697480"/>
            <a:ext cx="228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Health &amp; Schedule Reminder  |  Roadmap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05  What I Learned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Technical &amp; process learnings on the way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🔧  Technical Learnings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4023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0817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140817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VS Code Extension API — WebviewViewProvider for sidebar panels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56816"/>
            <a:ext cx="4023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97510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🔊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197510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Web Audio API — programmatic melody with triangle oscillators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4023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54203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254203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globalState vs workspaceState — choosing the right persistence scope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90672"/>
            <a:ext cx="4023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1089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" y="31089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Managing setInterval &amp; setTimeout across VS Code window lifecycle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4023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67588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112" y="367588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Building &amp; packaging VSIX with vsce, fixing .vscodeignore issues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🔄  Process Learnings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389888"/>
            <a:ext cx="4023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40817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85232" y="140817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Start small — build MVP first, add features based on real usage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1956816"/>
            <a:ext cx="4023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197510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85232" y="197510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AI-assisted development accelerates prototyping significantly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523744"/>
            <a:ext cx="4023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254203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85232" y="254203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Iterative feedback loop — each bug taught a new VS Code concept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090672"/>
            <a:ext cx="4023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46320" y="31089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85232" y="31089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User needs evolve — snooze, global state added from team input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657600"/>
            <a:ext cx="4023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46320" y="367588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85232" y="367588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From idea to working extension in one session — ship early!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Health &amp; Schedule Reminder  |  Lessons Learned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🙏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You!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B8A6"/>
                </a:solidFill>
              </a:rPr>
              <a:t>Let's make coding healthier — one reminder at a time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697480"/>
            <a:ext cx="6400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2880360"/>
            <a:ext cx="5486400" cy="1417320"/>
          </a:xfrm>
          <a:prstGeom prst="rect">
            <a:avLst/>
          </a:prstGeom>
          <a:solidFill>
            <a:srgbClr val="0F294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0" y="29260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📎  Install &amp; Try It Now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32735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File attached: health-schedule-reminder-1.0.0.vsix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3547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Extensions → ··· → Install from VSIX → Reload VS 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38404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💬  Share feedback: What you liked | Improvements | Bugs | Rating 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Built by Umesh Bhagvanpatil  |  health-schedule-reminder-1.0.0.vsix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&amp; Schedule Reminder – VS Code Extension</dc:title>
  <dc:subject>PptxGenJS Presentation</dc:subject>
  <dc:creator>PptxGenJS</dc:creator>
  <cp:lastModifiedBy>PptxGenJS</cp:lastModifiedBy>
  <cp:revision>1</cp:revision>
  <dcterms:created xsi:type="dcterms:W3CDTF">2026-03-04T14:35:35Z</dcterms:created>
  <dcterms:modified xsi:type="dcterms:W3CDTF">2026-03-04T14:35:35Z</dcterms:modified>
</cp:coreProperties>
</file>